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8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HVAC 供应链情报 · 每日一页纸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D0E0F5"/>
                </a:solidFill>
                <a:latin typeface="Microsoft YaHei"/>
              </a:defRPr>
            </a:pPr>
            <a:r>
              <a:t>  ·  面向采购与管理层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0A58A6"/>
                </a:solidFill>
                <a:latin typeface="Microsoft YaHei"/>
              </a:defRPr>
            </a:pPr>
            <a:r>
              <a:t>4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5A6B82"/>
                </a:solidFill>
                <a:latin typeface="Microsoft YaHei"/>
              </a:defRPr>
            </a:pPr>
            <a:r>
              <a:t>高紧迫预警项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37744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0A58A6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5A6B82"/>
                </a:solidFill>
                <a:latin typeface="Microsoft YaHei"/>
              </a:defRPr>
            </a:pPr>
            <a:r>
              <a:t>涨价/突发事件起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37744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0A58A6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5A6B82"/>
                </a:solidFill>
                <a:latin typeface="Microsoft YaHei"/>
              </a:defRPr>
            </a:pPr>
            <a:r>
              <a:t>热点事件条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237744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0A58A6"/>
                </a:solidFill>
                <a:latin typeface="Microsoft YaHei"/>
              </a:defRPr>
            </a:pPr>
            <a:r>
              <a:t>2026-10-09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5A6B82"/>
                </a:solidFill>
                <a:latin typeface="Microsoft YaHei"/>
              </a:defRPr>
            </a:pPr>
            <a:r>
              <a:t>最近行动日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D0E0F5"/>
                </a:solidFill>
                <a:latin typeface="Microsoft YaHei"/>
              </a:defRPr>
            </a:pPr>
            <a:r>
              <a:t>使用说明：本页数字与结论全部来自当日公开情报站 https://nohho.github.io/hvac-intel/；具体行动见第 2 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0A58A6"/>
                </a:solidFill>
                <a:latin typeface="Microsoft YaHei"/>
              </a:defRPr>
            </a:pPr>
            <a:r>
              <a:t>供应链预警与今日行动  ·  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功率器件：10-10 涨价生效在即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行动：10-09 首个工作日复核报价并锁价；BOM 交期按延长规划、评估第二货源（时限：2026-10-09）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67712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存储：整机涨价潮确立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行动：前置备料/锁价，安全库存按长周期规划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46704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MLCC：三环 10-1 已生效 + 三星 Q4 双线涨价 + 交期 20-26 周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行动：立即复核代理商报价，按 20 周+ 盘点安全库存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25696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🔴 CCL：宏瑞兴 +10%/PP +15% 传导中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行动：10 月内前置锁价 PCB 板厂长约（时限：2026-10-31）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04688"/>
            <a:ext cx="11064240" cy="9601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1A2B4A"/>
                </a:solidFill>
                <a:latin typeface="Microsoft YaHei"/>
              </a:defRPr>
            </a:pPr>
            <a:r>
              <a:t>🟠 英飞凌泰国工厂投产：dual sourcing 供应增强</a:t>
            </a:r>
          </a:p>
          <a:p>
            <a:pPr algn="l">
              <a:spcAft>
                <a:spcPts val="400"/>
              </a:spcAft>
              <a:defRPr sz="1250" b="0">
                <a:solidFill>
                  <a:srgbClr val="5A6B82"/>
                </a:solidFill>
                <a:latin typeface="Microsoft YaHei"/>
              </a:defRPr>
            </a:pPr>
            <a:r>
              <a:t>行动：长期规划多源化窗口；短期关注产能爬坡与 BOI 料源约束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75119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A58A6"/>
                </a:solidFill>
                <a:latin typeface="Microsoft YaHei"/>
              </a:defRPr>
            </a:pPr>
            <a:r>
              <a:t>头条事件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1A2B4A"/>
                </a:solidFill>
                <a:latin typeface="Microsoft YaHei"/>
              </a:defRPr>
            </a:pPr>
            <a:r>
              <a:t>🔴 树莓派年内第三次涨价，DRAM 成本向整机端传导确立（热度 95）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1A2B4A"/>
                </a:solidFill>
                <a:latin typeface="Microsoft YaHei"/>
              </a:defRPr>
            </a:pPr>
            <a:r>
              <a:t>🔴 功率器件涨价链延续至 2027（热度 92）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1A2B4A"/>
                </a:solidFill>
                <a:latin typeface="Microsoft YaHei"/>
              </a:defRPr>
            </a:pPr>
            <a:r>
              <a:t>🔴 MLCC 三重压力：三环 10-1 生效 + 三星 Q4 双线涨价 + AI 服务器交期延至 20-26 周（热度 86）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