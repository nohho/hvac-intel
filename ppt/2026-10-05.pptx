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58A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HVAC 供应链情报 · 每日一页纸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D0E0F5"/>
                </a:solidFill>
                <a:latin typeface="Microsoft YaHei"/>
              </a:defRPr>
            </a:pPr>
            <a:r>
              <a:t>  ·  面向采购与管理层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24688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3200" b="1">
                <a:solidFill>
                  <a:srgbClr val="0A58A6"/>
                </a:solidFill>
                <a:latin typeface="Microsoft YaHei"/>
              </a:defRPr>
            </a:pPr>
            <a:r>
              <a:t>5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5A6B82"/>
                </a:solidFill>
                <a:latin typeface="Microsoft YaHei"/>
              </a:defRPr>
            </a:pPr>
            <a:r>
              <a:t>高紧迫预警项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2377440"/>
            <a:ext cx="24688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3200" b="1">
                <a:solidFill>
                  <a:srgbClr val="0A58A6"/>
                </a:solidFill>
                <a:latin typeface="Microsoft YaHei"/>
              </a:defRPr>
            </a:pPr>
            <a:r>
              <a:t>10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5A6B82"/>
                </a:solidFill>
                <a:latin typeface="Microsoft YaHei"/>
              </a:defRPr>
            </a:pPr>
            <a:r>
              <a:t>涨价/突发事件起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2377440"/>
            <a:ext cx="24688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3200" b="1">
                <a:solidFill>
                  <a:srgbClr val="0A58A6"/>
                </a:solidFill>
                <a:latin typeface="Microsoft YaHei"/>
              </a:defRPr>
            </a:pPr>
            <a:r>
              <a:t>24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5A6B82"/>
                </a:solidFill>
                <a:latin typeface="Microsoft YaHei"/>
              </a:defRPr>
            </a:pPr>
            <a:r>
              <a:t>热点事件条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0" y="2377440"/>
            <a:ext cx="24688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3200" b="1">
                <a:solidFill>
                  <a:srgbClr val="0A58A6"/>
                </a:solidFill>
                <a:latin typeface="Microsoft YaHei"/>
              </a:defRPr>
            </a:pPr>
            <a:r>
              <a:t>2026-10-09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5A6B82"/>
                </a:solidFill>
                <a:latin typeface="Microsoft YaHei"/>
              </a:defRPr>
            </a:pPr>
            <a:r>
              <a:t>最近行动日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D0E0F5"/>
                </a:solidFill>
                <a:latin typeface="Microsoft YaHei"/>
              </a:defRPr>
            </a:pPr>
            <a:r>
              <a:t>使用说明：本页数字与结论全部来自当日公开情报站 https://nohho.github.io/hvac-intel/；具体行动见第 2 页。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0A58A6"/>
                </a:solidFill>
                <a:latin typeface="Microsoft YaHei"/>
              </a:defRPr>
            </a:pPr>
            <a:r>
              <a:t>供应链预警与今日行动  ·  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9601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500" b="1">
                <a:solidFill>
                  <a:srgbClr val="1A2B4A"/>
                </a:solidFill>
                <a:latin typeface="Microsoft YaHei"/>
              </a:defRPr>
            </a:pPr>
            <a:r>
              <a:t>🔴 功率器件：10-10 涨价生效在即</a:t>
            </a:r>
          </a:p>
          <a:p>
            <a:pPr algn="l">
              <a:spcAft>
                <a:spcPts val="400"/>
              </a:spcAft>
              <a:defRPr sz="1250" b="0">
                <a:solidFill>
                  <a:srgbClr val="5A6B82"/>
                </a:solidFill>
                <a:latin typeface="Microsoft YaHei"/>
              </a:defRPr>
            </a:pPr>
            <a:r>
              <a:t>行动：10-09 前复核报价并锁价；BOM 交期按延长规划、评估第二货源（时限：2026-10-09）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267712"/>
            <a:ext cx="11064240" cy="9601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500" b="1">
                <a:solidFill>
                  <a:srgbClr val="1A2B4A"/>
                </a:solidFill>
                <a:latin typeface="Microsoft YaHei"/>
              </a:defRPr>
            </a:pPr>
            <a:r>
              <a:t>🔴 MLCC：三环已生效 + 高端交期 20-26 周</a:t>
            </a:r>
          </a:p>
          <a:p>
            <a:pPr algn="l">
              <a:spcAft>
                <a:spcPts val="400"/>
              </a:spcAft>
              <a:defRPr sz="1250" b="0">
                <a:solidFill>
                  <a:srgbClr val="5A6B82"/>
                </a:solidFill>
                <a:latin typeface="Microsoft YaHei"/>
              </a:defRPr>
            </a:pPr>
            <a:r>
              <a:t>行动：按 26 周+ 盘点安全库存，立即复核代理商报价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346704"/>
            <a:ext cx="11064240" cy="9601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500" b="1">
                <a:solidFill>
                  <a:srgbClr val="1A2B4A"/>
                </a:solidFill>
                <a:latin typeface="Microsoft YaHei"/>
              </a:defRPr>
            </a:pPr>
            <a:r>
              <a:t>🔴 存储：Q4 合约价 +10%~15%</a:t>
            </a:r>
          </a:p>
          <a:p>
            <a:pPr algn="l">
              <a:spcAft>
                <a:spcPts val="400"/>
              </a:spcAft>
              <a:defRPr sz="1250" b="0">
                <a:solidFill>
                  <a:srgbClr val="5A6B82"/>
                </a:solidFill>
                <a:latin typeface="Microsoft YaHei"/>
              </a:defRPr>
            </a:pPr>
            <a:r>
              <a:t>行动：存储料前置备料/锁价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425696"/>
            <a:ext cx="11064240" cy="9601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500" b="1">
                <a:solidFill>
                  <a:srgbClr val="1A2B4A"/>
                </a:solidFill>
                <a:latin typeface="Microsoft YaHei"/>
              </a:defRPr>
            </a:pPr>
            <a:r>
              <a:t>🔴 CCL：新一轮涨价潮 9 月下旬落地</a:t>
            </a:r>
          </a:p>
          <a:p>
            <a:pPr algn="l">
              <a:spcAft>
                <a:spcPts val="400"/>
              </a:spcAft>
              <a:defRPr sz="1250" b="0">
                <a:solidFill>
                  <a:srgbClr val="5A6B82"/>
                </a:solidFill>
                <a:latin typeface="Microsoft YaHei"/>
              </a:defRPr>
            </a:pPr>
            <a:r>
              <a:t>行动：10 月内前置锁价 PCB 板厂长约（时限：2026-10-31）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04688"/>
            <a:ext cx="11064240" cy="9601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500" b="1">
                <a:solidFill>
                  <a:srgbClr val="1A2B4A"/>
                </a:solidFill>
                <a:latin typeface="Microsoft YaHei"/>
              </a:defRPr>
            </a:pPr>
            <a:r>
              <a:t>🔴 模拟 IC：第三轮涨价潮</a:t>
            </a:r>
          </a:p>
          <a:p>
            <a:pPr algn="l">
              <a:spcAft>
                <a:spcPts val="400"/>
              </a:spcAft>
              <a:defRPr sz="1250" b="0">
                <a:solidFill>
                  <a:srgbClr val="5A6B82"/>
                </a:solidFill>
                <a:latin typeface="Microsoft YaHei"/>
              </a:defRPr>
            </a:pPr>
            <a:r>
              <a:t>行动：提前备料、评估第二货源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675119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A58A6"/>
                </a:solidFill>
                <a:latin typeface="Microsoft YaHei"/>
              </a:defRPr>
            </a:pPr>
            <a:r>
              <a:t>头条事件</a:t>
            </a:r>
          </a:p>
          <a:p>
            <a:pPr algn="l">
              <a:spcAft>
                <a:spcPts val="200"/>
              </a:spcAft>
              <a:defRPr sz="1250" b="0">
                <a:solidFill>
                  <a:srgbClr val="1A2B4A"/>
                </a:solidFill>
                <a:latin typeface="Microsoft YaHei"/>
              </a:defRPr>
            </a:pPr>
            <a:r>
              <a:t>🔴 安森美第二轮涨价本周五（10-10）生效，功率器件涨价链延续至 2027（热度 92）</a:t>
            </a:r>
          </a:p>
          <a:p>
            <a:pPr algn="l">
              <a:spcAft>
                <a:spcPts val="200"/>
              </a:spcAft>
              <a:defRPr sz="1250" b="0">
                <a:solidFill>
                  <a:srgbClr val="1A2B4A"/>
                </a:solidFill>
                <a:latin typeface="Microsoft YaHei"/>
              </a:defRPr>
            </a:pPr>
            <a:r>
              <a:t>🔴 MLCC 三重压力：三环 10-1 已生效 + 村田停产消费级 + 高端交期 20-26 周（热度 90）</a:t>
            </a:r>
          </a:p>
          <a:p>
            <a:pPr algn="l">
              <a:spcAft>
                <a:spcPts val="200"/>
              </a:spcAft>
              <a:defRPr sz="1250" b="0">
                <a:solidFill>
                  <a:srgbClr val="1A2B4A"/>
                </a:solidFill>
                <a:latin typeface="Microsoft YaHei"/>
              </a:defRPr>
            </a:pPr>
            <a:r>
              <a:t>🔴 存储：Q4 DRAM 合约价 +10%~15%，三星 HBM4 谈判价约为 HBM3E 的 3 倍（热度 88）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